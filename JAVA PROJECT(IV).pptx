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6" r:id="rId7"/>
    <p:sldId id="268"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683C"/>
    <a:srgbClr val="3C48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D1672-50AD-C897-BB7D-F894A606FA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F5E246D-9042-C72E-E27C-AD33C5DB52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19CC928-5EE4-B4F2-5164-D2049FD15720}"/>
              </a:ext>
            </a:extLst>
          </p:cNvPr>
          <p:cNvSpPr>
            <a:spLocks noGrp="1"/>
          </p:cNvSpPr>
          <p:nvPr>
            <p:ph type="dt" sz="half" idx="10"/>
          </p:nvPr>
        </p:nvSpPr>
        <p:spPr/>
        <p:txBody>
          <a:bodyPr/>
          <a:lstStyle/>
          <a:p>
            <a:fld id="{CE618BE7-65DD-465F-B7AA-54BB2E6E770A}" type="datetimeFigureOut">
              <a:rPr lang="en-IN" smtClean="0"/>
              <a:t>06-01-2026</a:t>
            </a:fld>
            <a:endParaRPr lang="en-IN"/>
          </a:p>
        </p:txBody>
      </p:sp>
      <p:sp>
        <p:nvSpPr>
          <p:cNvPr id="5" name="Footer Placeholder 4">
            <a:extLst>
              <a:ext uri="{FF2B5EF4-FFF2-40B4-BE49-F238E27FC236}">
                <a16:creationId xmlns:a16="http://schemas.microsoft.com/office/drawing/2014/main" id="{30617018-2EF0-AA26-441B-E55D87CDB6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83DFA3-6528-A3FF-84C5-9C07CC33D5B3}"/>
              </a:ext>
            </a:extLst>
          </p:cNvPr>
          <p:cNvSpPr>
            <a:spLocks noGrp="1"/>
          </p:cNvSpPr>
          <p:nvPr>
            <p:ph type="sldNum" sz="quarter" idx="12"/>
          </p:nvPr>
        </p:nvSpPr>
        <p:spPr/>
        <p:txBody>
          <a:bodyPr/>
          <a:lstStyle/>
          <a:p>
            <a:fld id="{BC22A373-A168-4C53-9B24-77DCCF720F90}" type="slidenum">
              <a:rPr lang="en-IN" smtClean="0"/>
              <a:t>‹#›</a:t>
            </a:fld>
            <a:endParaRPr lang="en-IN"/>
          </a:p>
        </p:txBody>
      </p:sp>
    </p:spTree>
    <p:extLst>
      <p:ext uri="{BB962C8B-B14F-4D97-AF65-F5344CB8AC3E}">
        <p14:creationId xmlns:p14="http://schemas.microsoft.com/office/powerpoint/2010/main" val="1103466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4757E-EFF4-49C8-EAEF-5B02CA9B5E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D2F2F3-40E5-D096-E1ED-387A702305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995364-D36F-EA92-F70B-C367961AC4C1}"/>
              </a:ext>
            </a:extLst>
          </p:cNvPr>
          <p:cNvSpPr>
            <a:spLocks noGrp="1"/>
          </p:cNvSpPr>
          <p:nvPr>
            <p:ph type="dt" sz="half" idx="10"/>
          </p:nvPr>
        </p:nvSpPr>
        <p:spPr/>
        <p:txBody>
          <a:bodyPr/>
          <a:lstStyle/>
          <a:p>
            <a:fld id="{CE618BE7-65DD-465F-B7AA-54BB2E6E770A}" type="datetimeFigureOut">
              <a:rPr lang="en-IN" smtClean="0"/>
              <a:t>06-01-2026</a:t>
            </a:fld>
            <a:endParaRPr lang="en-IN"/>
          </a:p>
        </p:txBody>
      </p:sp>
      <p:sp>
        <p:nvSpPr>
          <p:cNvPr id="5" name="Footer Placeholder 4">
            <a:extLst>
              <a:ext uri="{FF2B5EF4-FFF2-40B4-BE49-F238E27FC236}">
                <a16:creationId xmlns:a16="http://schemas.microsoft.com/office/drawing/2014/main" id="{1B068D56-6A1E-17AA-23F9-7EEB35AB13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70E7F9-41A6-704D-13B5-F3691CA72EE2}"/>
              </a:ext>
            </a:extLst>
          </p:cNvPr>
          <p:cNvSpPr>
            <a:spLocks noGrp="1"/>
          </p:cNvSpPr>
          <p:nvPr>
            <p:ph type="sldNum" sz="quarter" idx="12"/>
          </p:nvPr>
        </p:nvSpPr>
        <p:spPr/>
        <p:txBody>
          <a:bodyPr/>
          <a:lstStyle/>
          <a:p>
            <a:fld id="{BC22A373-A168-4C53-9B24-77DCCF720F90}" type="slidenum">
              <a:rPr lang="en-IN" smtClean="0"/>
              <a:t>‹#›</a:t>
            </a:fld>
            <a:endParaRPr lang="en-IN"/>
          </a:p>
        </p:txBody>
      </p:sp>
    </p:spTree>
    <p:extLst>
      <p:ext uri="{BB962C8B-B14F-4D97-AF65-F5344CB8AC3E}">
        <p14:creationId xmlns:p14="http://schemas.microsoft.com/office/powerpoint/2010/main" val="3991911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6BC47-B5AA-6063-28AD-2368AAF8AF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3D3EE23-AC60-B9C4-B60D-1EA6514E40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2DF954-E0B0-037D-9E54-934C69B7A59D}"/>
              </a:ext>
            </a:extLst>
          </p:cNvPr>
          <p:cNvSpPr>
            <a:spLocks noGrp="1"/>
          </p:cNvSpPr>
          <p:nvPr>
            <p:ph type="dt" sz="half" idx="10"/>
          </p:nvPr>
        </p:nvSpPr>
        <p:spPr/>
        <p:txBody>
          <a:bodyPr/>
          <a:lstStyle/>
          <a:p>
            <a:fld id="{CE618BE7-65DD-465F-B7AA-54BB2E6E770A}" type="datetimeFigureOut">
              <a:rPr lang="en-IN" smtClean="0"/>
              <a:t>06-01-2026</a:t>
            </a:fld>
            <a:endParaRPr lang="en-IN"/>
          </a:p>
        </p:txBody>
      </p:sp>
      <p:sp>
        <p:nvSpPr>
          <p:cNvPr id="5" name="Footer Placeholder 4">
            <a:extLst>
              <a:ext uri="{FF2B5EF4-FFF2-40B4-BE49-F238E27FC236}">
                <a16:creationId xmlns:a16="http://schemas.microsoft.com/office/drawing/2014/main" id="{47C1090A-23EA-A503-4262-03171634FA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425D3D-64DB-2738-5C0B-3933081380BB}"/>
              </a:ext>
            </a:extLst>
          </p:cNvPr>
          <p:cNvSpPr>
            <a:spLocks noGrp="1"/>
          </p:cNvSpPr>
          <p:nvPr>
            <p:ph type="sldNum" sz="quarter" idx="12"/>
          </p:nvPr>
        </p:nvSpPr>
        <p:spPr/>
        <p:txBody>
          <a:bodyPr/>
          <a:lstStyle/>
          <a:p>
            <a:fld id="{BC22A373-A168-4C53-9B24-77DCCF720F90}" type="slidenum">
              <a:rPr lang="en-IN" smtClean="0"/>
              <a:t>‹#›</a:t>
            </a:fld>
            <a:endParaRPr lang="en-IN"/>
          </a:p>
        </p:txBody>
      </p:sp>
    </p:spTree>
    <p:extLst>
      <p:ext uri="{BB962C8B-B14F-4D97-AF65-F5344CB8AC3E}">
        <p14:creationId xmlns:p14="http://schemas.microsoft.com/office/powerpoint/2010/main" val="4121670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63160-3EF3-8E13-55DF-9E9493966D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A5C7F7-BF66-3B00-B53C-235DC6E7C7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AADEF9-8D2E-1C3D-535B-4220335E79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B057F0-2092-E627-5B77-CE6046AC124F}"/>
              </a:ext>
            </a:extLst>
          </p:cNvPr>
          <p:cNvSpPr>
            <a:spLocks noGrp="1"/>
          </p:cNvSpPr>
          <p:nvPr>
            <p:ph type="dt" sz="half" idx="10"/>
          </p:nvPr>
        </p:nvSpPr>
        <p:spPr/>
        <p:txBody>
          <a:bodyPr/>
          <a:lstStyle/>
          <a:p>
            <a:fld id="{CE618BE7-65DD-465F-B7AA-54BB2E6E770A}" type="datetimeFigureOut">
              <a:rPr lang="en-IN" smtClean="0"/>
              <a:t>06-01-2026</a:t>
            </a:fld>
            <a:endParaRPr lang="en-IN"/>
          </a:p>
        </p:txBody>
      </p:sp>
      <p:sp>
        <p:nvSpPr>
          <p:cNvPr id="6" name="Footer Placeholder 5">
            <a:extLst>
              <a:ext uri="{FF2B5EF4-FFF2-40B4-BE49-F238E27FC236}">
                <a16:creationId xmlns:a16="http://schemas.microsoft.com/office/drawing/2014/main" id="{80F3C5B1-EB1E-A551-5BCB-733FAA6E59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A666CC-C186-80CB-1E40-F1DCE900027C}"/>
              </a:ext>
            </a:extLst>
          </p:cNvPr>
          <p:cNvSpPr>
            <a:spLocks noGrp="1"/>
          </p:cNvSpPr>
          <p:nvPr>
            <p:ph type="sldNum" sz="quarter" idx="12"/>
          </p:nvPr>
        </p:nvSpPr>
        <p:spPr/>
        <p:txBody>
          <a:bodyPr/>
          <a:lstStyle/>
          <a:p>
            <a:fld id="{BC22A373-A168-4C53-9B24-77DCCF720F90}" type="slidenum">
              <a:rPr lang="en-IN" smtClean="0"/>
              <a:t>‹#›</a:t>
            </a:fld>
            <a:endParaRPr lang="en-IN"/>
          </a:p>
        </p:txBody>
      </p:sp>
    </p:spTree>
    <p:extLst>
      <p:ext uri="{BB962C8B-B14F-4D97-AF65-F5344CB8AC3E}">
        <p14:creationId xmlns:p14="http://schemas.microsoft.com/office/powerpoint/2010/main" val="2920037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6F5F5-E261-A4E5-4DA1-63E330A565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6CB675-2243-63DD-2FE7-4D86518B31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AC8818-DD5B-73D7-D046-C4A526AD9F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56355BA-8E23-7E26-E091-7B437B8697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A5308D-9CB6-C1E4-F96C-B75145E6C4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0847E34-7CEF-56AC-A0C7-C9B89DAD1B9A}"/>
              </a:ext>
            </a:extLst>
          </p:cNvPr>
          <p:cNvSpPr>
            <a:spLocks noGrp="1"/>
          </p:cNvSpPr>
          <p:nvPr>
            <p:ph type="dt" sz="half" idx="10"/>
          </p:nvPr>
        </p:nvSpPr>
        <p:spPr/>
        <p:txBody>
          <a:bodyPr/>
          <a:lstStyle/>
          <a:p>
            <a:fld id="{CE618BE7-65DD-465F-B7AA-54BB2E6E770A}" type="datetimeFigureOut">
              <a:rPr lang="en-IN" smtClean="0"/>
              <a:t>06-01-2026</a:t>
            </a:fld>
            <a:endParaRPr lang="en-IN"/>
          </a:p>
        </p:txBody>
      </p:sp>
      <p:sp>
        <p:nvSpPr>
          <p:cNvPr id="8" name="Footer Placeholder 7">
            <a:extLst>
              <a:ext uri="{FF2B5EF4-FFF2-40B4-BE49-F238E27FC236}">
                <a16:creationId xmlns:a16="http://schemas.microsoft.com/office/drawing/2014/main" id="{3348E982-3E3A-A4D7-F6AB-B7C68C90758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8D4AC9-5E6B-5906-14D7-655371A5F8A9}"/>
              </a:ext>
            </a:extLst>
          </p:cNvPr>
          <p:cNvSpPr>
            <a:spLocks noGrp="1"/>
          </p:cNvSpPr>
          <p:nvPr>
            <p:ph type="sldNum" sz="quarter" idx="12"/>
          </p:nvPr>
        </p:nvSpPr>
        <p:spPr/>
        <p:txBody>
          <a:bodyPr/>
          <a:lstStyle/>
          <a:p>
            <a:fld id="{BC22A373-A168-4C53-9B24-77DCCF720F90}" type="slidenum">
              <a:rPr lang="en-IN" smtClean="0"/>
              <a:t>‹#›</a:t>
            </a:fld>
            <a:endParaRPr lang="en-IN"/>
          </a:p>
        </p:txBody>
      </p:sp>
    </p:spTree>
    <p:extLst>
      <p:ext uri="{BB962C8B-B14F-4D97-AF65-F5344CB8AC3E}">
        <p14:creationId xmlns:p14="http://schemas.microsoft.com/office/powerpoint/2010/main" val="4043994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4D28-7D8F-02C0-110B-D744FFE6CF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51A2E8-15AC-EC22-BAAB-2441C1712B8E}"/>
              </a:ext>
            </a:extLst>
          </p:cNvPr>
          <p:cNvSpPr>
            <a:spLocks noGrp="1"/>
          </p:cNvSpPr>
          <p:nvPr>
            <p:ph type="dt" sz="half" idx="10"/>
          </p:nvPr>
        </p:nvSpPr>
        <p:spPr/>
        <p:txBody>
          <a:bodyPr/>
          <a:lstStyle/>
          <a:p>
            <a:fld id="{CE618BE7-65DD-465F-B7AA-54BB2E6E770A}" type="datetimeFigureOut">
              <a:rPr lang="en-IN" smtClean="0"/>
              <a:t>06-01-2026</a:t>
            </a:fld>
            <a:endParaRPr lang="en-IN"/>
          </a:p>
        </p:txBody>
      </p:sp>
      <p:sp>
        <p:nvSpPr>
          <p:cNvPr id="4" name="Footer Placeholder 3">
            <a:extLst>
              <a:ext uri="{FF2B5EF4-FFF2-40B4-BE49-F238E27FC236}">
                <a16:creationId xmlns:a16="http://schemas.microsoft.com/office/drawing/2014/main" id="{6A5A78D6-DF6B-CD65-C6A7-074B9B9573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164EC75-1B99-BC00-771E-9F22D04AF4EA}"/>
              </a:ext>
            </a:extLst>
          </p:cNvPr>
          <p:cNvSpPr>
            <a:spLocks noGrp="1"/>
          </p:cNvSpPr>
          <p:nvPr>
            <p:ph type="sldNum" sz="quarter" idx="12"/>
          </p:nvPr>
        </p:nvSpPr>
        <p:spPr/>
        <p:txBody>
          <a:bodyPr/>
          <a:lstStyle/>
          <a:p>
            <a:fld id="{BC22A373-A168-4C53-9B24-77DCCF720F90}" type="slidenum">
              <a:rPr lang="en-IN" smtClean="0"/>
              <a:t>‹#›</a:t>
            </a:fld>
            <a:endParaRPr lang="en-IN"/>
          </a:p>
        </p:txBody>
      </p:sp>
    </p:spTree>
    <p:extLst>
      <p:ext uri="{BB962C8B-B14F-4D97-AF65-F5344CB8AC3E}">
        <p14:creationId xmlns:p14="http://schemas.microsoft.com/office/powerpoint/2010/main" val="3317736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6DD368-7066-B100-60A4-46C262D27C83}"/>
              </a:ext>
            </a:extLst>
          </p:cNvPr>
          <p:cNvSpPr>
            <a:spLocks noGrp="1"/>
          </p:cNvSpPr>
          <p:nvPr>
            <p:ph type="dt" sz="half" idx="10"/>
          </p:nvPr>
        </p:nvSpPr>
        <p:spPr/>
        <p:txBody>
          <a:bodyPr/>
          <a:lstStyle/>
          <a:p>
            <a:fld id="{CE618BE7-65DD-465F-B7AA-54BB2E6E770A}" type="datetimeFigureOut">
              <a:rPr lang="en-IN" smtClean="0"/>
              <a:t>06-01-2026</a:t>
            </a:fld>
            <a:endParaRPr lang="en-IN"/>
          </a:p>
        </p:txBody>
      </p:sp>
      <p:sp>
        <p:nvSpPr>
          <p:cNvPr id="3" name="Footer Placeholder 2">
            <a:extLst>
              <a:ext uri="{FF2B5EF4-FFF2-40B4-BE49-F238E27FC236}">
                <a16:creationId xmlns:a16="http://schemas.microsoft.com/office/drawing/2014/main" id="{43D09B7D-6D61-019F-820D-5A1B485162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D65ACD-7F65-151D-7B50-0DFA65899AC0}"/>
              </a:ext>
            </a:extLst>
          </p:cNvPr>
          <p:cNvSpPr>
            <a:spLocks noGrp="1"/>
          </p:cNvSpPr>
          <p:nvPr>
            <p:ph type="sldNum" sz="quarter" idx="12"/>
          </p:nvPr>
        </p:nvSpPr>
        <p:spPr/>
        <p:txBody>
          <a:bodyPr/>
          <a:lstStyle/>
          <a:p>
            <a:fld id="{BC22A373-A168-4C53-9B24-77DCCF720F90}" type="slidenum">
              <a:rPr lang="en-IN" smtClean="0"/>
              <a:t>‹#›</a:t>
            </a:fld>
            <a:endParaRPr lang="en-IN"/>
          </a:p>
        </p:txBody>
      </p:sp>
    </p:spTree>
    <p:extLst>
      <p:ext uri="{BB962C8B-B14F-4D97-AF65-F5344CB8AC3E}">
        <p14:creationId xmlns:p14="http://schemas.microsoft.com/office/powerpoint/2010/main" val="2088258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46E6-E9EE-F287-C150-A6A4D8E62E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7F3895-B4FA-1550-1AEC-0C208EE219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0ADB65-2E5B-8056-05C5-8DC082C235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162704-D122-21C9-44FB-AEAB1A71CC28}"/>
              </a:ext>
            </a:extLst>
          </p:cNvPr>
          <p:cNvSpPr>
            <a:spLocks noGrp="1"/>
          </p:cNvSpPr>
          <p:nvPr>
            <p:ph type="dt" sz="half" idx="10"/>
          </p:nvPr>
        </p:nvSpPr>
        <p:spPr/>
        <p:txBody>
          <a:bodyPr/>
          <a:lstStyle/>
          <a:p>
            <a:fld id="{CE618BE7-65DD-465F-B7AA-54BB2E6E770A}" type="datetimeFigureOut">
              <a:rPr lang="en-IN" smtClean="0"/>
              <a:t>06-01-2026</a:t>
            </a:fld>
            <a:endParaRPr lang="en-IN"/>
          </a:p>
        </p:txBody>
      </p:sp>
      <p:sp>
        <p:nvSpPr>
          <p:cNvPr id="6" name="Footer Placeholder 5">
            <a:extLst>
              <a:ext uri="{FF2B5EF4-FFF2-40B4-BE49-F238E27FC236}">
                <a16:creationId xmlns:a16="http://schemas.microsoft.com/office/drawing/2014/main" id="{95B52ECD-FC0E-20A5-733E-D5675742E3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F5A63A-36E6-4C25-EA3A-EC4280D26F92}"/>
              </a:ext>
            </a:extLst>
          </p:cNvPr>
          <p:cNvSpPr>
            <a:spLocks noGrp="1"/>
          </p:cNvSpPr>
          <p:nvPr>
            <p:ph type="sldNum" sz="quarter" idx="12"/>
          </p:nvPr>
        </p:nvSpPr>
        <p:spPr/>
        <p:txBody>
          <a:bodyPr/>
          <a:lstStyle/>
          <a:p>
            <a:fld id="{BC22A373-A168-4C53-9B24-77DCCF720F90}" type="slidenum">
              <a:rPr lang="en-IN" smtClean="0"/>
              <a:t>‹#›</a:t>
            </a:fld>
            <a:endParaRPr lang="en-IN"/>
          </a:p>
        </p:txBody>
      </p:sp>
    </p:spTree>
    <p:extLst>
      <p:ext uri="{BB962C8B-B14F-4D97-AF65-F5344CB8AC3E}">
        <p14:creationId xmlns:p14="http://schemas.microsoft.com/office/powerpoint/2010/main" val="1521387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85779-0CD7-16EE-26BE-CCEDB3FEDB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61F9CF2-6237-5E6E-DA6D-C66DC84C82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78B188D-8A10-3982-E9D6-71B2B243F9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7FF626-5F27-B6FC-F9A3-E041FD6F1FE7}"/>
              </a:ext>
            </a:extLst>
          </p:cNvPr>
          <p:cNvSpPr>
            <a:spLocks noGrp="1"/>
          </p:cNvSpPr>
          <p:nvPr>
            <p:ph type="dt" sz="half" idx="10"/>
          </p:nvPr>
        </p:nvSpPr>
        <p:spPr/>
        <p:txBody>
          <a:bodyPr/>
          <a:lstStyle/>
          <a:p>
            <a:fld id="{CE618BE7-65DD-465F-B7AA-54BB2E6E770A}" type="datetimeFigureOut">
              <a:rPr lang="en-IN" smtClean="0"/>
              <a:t>06-01-2026</a:t>
            </a:fld>
            <a:endParaRPr lang="en-IN"/>
          </a:p>
        </p:txBody>
      </p:sp>
      <p:sp>
        <p:nvSpPr>
          <p:cNvPr id="6" name="Footer Placeholder 5">
            <a:extLst>
              <a:ext uri="{FF2B5EF4-FFF2-40B4-BE49-F238E27FC236}">
                <a16:creationId xmlns:a16="http://schemas.microsoft.com/office/drawing/2014/main" id="{860B1281-50BF-A28A-3595-C2C4CF291C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2975E1-9B4A-A02C-767A-CB123F8E9736}"/>
              </a:ext>
            </a:extLst>
          </p:cNvPr>
          <p:cNvSpPr>
            <a:spLocks noGrp="1"/>
          </p:cNvSpPr>
          <p:nvPr>
            <p:ph type="sldNum" sz="quarter" idx="12"/>
          </p:nvPr>
        </p:nvSpPr>
        <p:spPr/>
        <p:txBody>
          <a:bodyPr/>
          <a:lstStyle/>
          <a:p>
            <a:fld id="{BC22A373-A168-4C53-9B24-77DCCF720F90}" type="slidenum">
              <a:rPr lang="en-IN" smtClean="0"/>
              <a:t>‹#›</a:t>
            </a:fld>
            <a:endParaRPr lang="en-IN"/>
          </a:p>
        </p:txBody>
      </p:sp>
    </p:spTree>
    <p:extLst>
      <p:ext uri="{BB962C8B-B14F-4D97-AF65-F5344CB8AC3E}">
        <p14:creationId xmlns:p14="http://schemas.microsoft.com/office/powerpoint/2010/main" val="886055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C3FE-C3E2-5C0E-A437-A384A88148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07F505-5E79-DBEC-EBBC-6A17601CFD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38946E-A11D-A450-D77D-EC3AB3C6AB50}"/>
              </a:ext>
            </a:extLst>
          </p:cNvPr>
          <p:cNvSpPr>
            <a:spLocks noGrp="1"/>
          </p:cNvSpPr>
          <p:nvPr>
            <p:ph type="dt" sz="half" idx="10"/>
          </p:nvPr>
        </p:nvSpPr>
        <p:spPr/>
        <p:txBody>
          <a:bodyPr/>
          <a:lstStyle/>
          <a:p>
            <a:fld id="{CE618BE7-65DD-465F-B7AA-54BB2E6E770A}" type="datetimeFigureOut">
              <a:rPr lang="en-IN" smtClean="0"/>
              <a:t>06-01-2026</a:t>
            </a:fld>
            <a:endParaRPr lang="en-IN"/>
          </a:p>
        </p:txBody>
      </p:sp>
      <p:sp>
        <p:nvSpPr>
          <p:cNvPr id="5" name="Footer Placeholder 4">
            <a:extLst>
              <a:ext uri="{FF2B5EF4-FFF2-40B4-BE49-F238E27FC236}">
                <a16:creationId xmlns:a16="http://schemas.microsoft.com/office/drawing/2014/main" id="{541092DF-739C-743B-4990-97BFEC903B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562097-1319-1A0B-8A8A-AD79034BF000}"/>
              </a:ext>
            </a:extLst>
          </p:cNvPr>
          <p:cNvSpPr>
            <a:spLocks noGrp="1"/>
          </p:cNvSpPr>
          <p:nvPr>
            <p:ph type="sldNum" sz="quarter" idx="12"/>
          </p:nvPr>
        </p:nvSpPr>
        <p:spPr/>
        <p:txBody>
          <a:bodyPr/>
          <a:lstStyle/>
          <a:p>
            <a:fld id="{BC22A373-A168-4C53-9B24-77DCCF720F90}" type="slidenum">
              <a:rPr lang="en-IN" smtClean="0"/>
              <a:t>‹#›</a:t>
            </a:fld>
            <a:endParaRPr lang="en-IN"/>
          </a:p>
        </p:txBody>
      </p:sp>
    </p:spTree>
    <p:extLst>
      <p:ext uri="{BB962C8B-B14F-4D97-AF65-F5344CB8AC3E}">
        <p14:creationId xmlns:p14="http://schemas.microsoft.com/office/powerpoint/2010/main" val="4156978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B88CF0-2586-18B7-4946-F308C1DEFE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95968E-4EF4-1041-914D-8541F6D748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4DDBF3-4AF2-D855-7F8A-516B81663593}"/>
              </a:ext>
            </a:extLst>
          </p:cNvPr>
          <p:cNvSpPr>
            <a:spLocks noGrp="1"/>
          </p:cNvSpPr>
          <p:nvPr>
            <p:ph type="dt" sz="half" idx="10"/>
          </p:nvPr>
        </p:nvSpPr>
        <p:spPr/>
        <p:txBody>
          <a:bodyPr/>
          <a:lstStyle/>
          <a:p>
            <a:fld id="{CE618BE7-65DD-465F-B7AA-54BB2E6E770A}" type="datetimeFigureOut">
              <a:rPr lang="en-IN" smtClean="0"/>
              <a:t>06-01-2026</a:t>
            </a:fld>
            <a:endParaRPr lang="en-IN"/>
          </a:p>
        </p:txBody>
      </p:sp>
      <p:sp>
        <p:nvSpPr>
          <p:cNvPr id="5" name="Footer Placeholder 4">
            <a:extLst>
              <a:ext uri="{FF2B5EF4-FFF2-40B4-BE49-F238E27FC236}">
                <a16:creationId xmlns:a16="http://schemas.microsoft.com/office/drawing/2014/main" id="{539B0B3E-FC57-7F7B-0604-C639A8963D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B3AF71-CD30-CDC4-B069-F8E1EB189325}"/>
              </a:ext>
            </a:extLst>
          </p:cNvPr>
          <p:cNvSpPr>
            <a:spLocks noGrp="1"/>
          </p:cNvSpPr>
          <p:nvPr>
            <p:ph type="sldNum" sz="quarter" idx="12"/>
          </p:nvPr>
        </p:nvSpPr>
        <p:spPr/>
        <p:txBody>
          <a:bodyPr/>
          <a:lstStyle/>
          <a:p>
            <a:fld id="{BC22A373-A168-4C53-9B24-77DCCF720F90}" type="slidenum">
              <a:rPr lang="en-IN" smtClean="0"/>
              <a:t>‹#›</a:t>
            </a:fld>
            <a:endParaRPr lang="en-IN"/>
          </a:p>
        </p:txBody>
      </p:sp>
    </p:spTree>
    <p:extLst>
      <p:ext uri="{BB962C8B-B14F-4D97-AF65-F5344CB8AC3E}">
        <p14:creationId xmlns:p14="http://schemas.microsoft.com/office/powerpoint/2010/main" val="1289659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3B0964-1C45-5FD4-3EF9-FA49958BF8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343C1B-D01F-E63C-74A6-E7878AA0E7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EF259F-15C9-5698-72EB-4C064605F5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618BE7-65DD-465F-B7AA-54BB2E6E770A}" type="datetimeFigureOut">
              <a:rPr lang="en-IN" smtClean="0"/>
              <a:t>06-01-2026</a:t>
            </a:fld>
            <a:endParaRPr lang="en-IN"/>
          </a:p>
        </p:txBody>
      </p:sp>
      <p:sp>
        <p:nvSpPr>
          <p:cNvPr id="5" name="Footer Placeholder 4">
            <a:extLst>
              <a:ext uri="{FF2B5EF4-FFF2-40B4-BE49-F238E27FC236}">
                <a16:creationId xmlns:a16="http://schemas.microsoft.com/office/drawing/2014/main" id="{28731183-C89C-FDFB-6625-F8DF9B486F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F6D2C3C-EB02-512A-BA6C-92248B6BF5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22A373-A168-4C53-9B24-77DCCF720F90}" type="slidenum">
              <a:rPr lang="en-IN" smtClean="0"/>
              <a:t>‹#›</a:t>
            </a:fld>
            <a:endParaRPr lang="en-IN"/>
          </a:p>
        </p:txBody>
      </p:sp>
    </p:spTree>
    <p:extLst>
      <p:ext uri="{BB962C8B-B14F-4D97-AF65-F5344CB8AC3E}">
        <p14:creationId xmlns:p14="http://schemas.microsoft.com/office/powerpoint/2010/main" val="872491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universityinnovation.org/wiki/Aditya_Engineering_College"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universityinnovation.org/wiki/Aditya_Engineering_College"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universityinnovation.org/wiki/Aditya_Engineering_College"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universityinnovation.org/wiki/Aditya_Engineering_College"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universityinnovation.org/wiki/Aditya_Engineering_College"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universityinnovation.org/wiki/Aditya_Engineering_College"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universityinnovation.org/wiki/Aditya_Engineering_College"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universityinnovation.org/wiki/Aditya_Engineering_College"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a:extLst>
              <a:ext uri="{FF2B5EF4-FFF2-40B4-BE49-F238E27FC236}">
                <a16:creationId xmlns:a16="http://schemas.microsoft.com/office/drawing/2014/main" id="{3D64AAE2-0ED8-9363-9C5F-D7E0B7392FB7}"/>
              </a:ext>
            </a:extLst>
          </p:cNvPr>
          <p:cNvPicPr/>
          <p:nvPr/>
        </p:nvPicPr>
        <p:blipFill>
          <a:blip r:embed="rId2" cstate="print"/>
          <a:stretch>
            <a:fillRect/>
          </a:stretch>
        </p:blipFill>
        <p:spPr>
          <a:xfrm>
            <a:off x="3349521" y="153451"/>
            <a:ext cx="5175047" cy="790446"/>
          </a:xfrm>
          <a:prstGeom prst="rect">
            <a:avLst/>
          </a:prstGeom>
        </p:spPr>
      </p:pic>
      <p:sp>
        <p:nvSpPr>
          <p:cNvPr id="6" name="Content Placeholder 5">
            <a:extLst>
              <a:ext uri="{FF2B5EF4-FFF2-40B4-BE49-F238E27FC236}">
                <a16:creationId xmlns:a16="http://schemas.microsoft.com/office/drawing/2014/main" id="{13B597E3-6DFF-4275-5B1D-DEF232312D32}"/>
              </a:ext>
            </a:extLst>
          </p:cNvPr>
          <p:cNvSpPr>
            <a:spLocks noGrp="1"/>
          </p:cNvSpPr>
          <p:nvPr>
            <p:ph idx="1"/>
          </p:nvPr>
        </p:nvSpPr>
        <p:spPr>
          <a:xfrm>
            <a:off x="838200" y="943897"/>
            <a:ext cx="10515600" cy="5233066"/>
          </a:xfrm>
        </p:spPr>
        <p:txBody>
          <a:bodyPr>
            <a:normAutofit/>
          </a:bodyPr>
          <a:lstStyle/>
          <a:p>
            <a:pPr marL="0" indent="0">
              <a:buNone/>
            </a:pPr>
            <a:endParaRPr lang="en-US" dirty="0"/>
          </a:p>
          <a:p>
            <a:pPr marL="0" indent="0">
              <a:buNone/>
            </a:pPr>
            <a:r>
              <a:rPr lang="en-IN" dirty="0"/>
              <a:t>                           </a:t>
            </a:r>
            <a:r>
              <a:rPr lang="en-IN" sz="4400" dirty="0">
                <a:solidFill>
                  <a:srgbClr val="3C487C"/>
                </a:solidFill>
                <a:latin typeface="Times New Roman" panose="02020603050405020304" pitchFamily="18" charset="0"/>
                <a:cs typeface="Times New Roman" panose="02020603050405020304" pitchFamily="18" charset="0"/>
              </a:rPr>
              <a:t>Library Management System</a:t>
            </a:r>
          </a:p>
          <a:p>
            <a:pPr marL="0" indent="0">
              <a:buNone/>
            </a:pPr>
            <a:r>
              <a:rPr lang="en-IN" sz="4400" dirty="0">
                <a:solidFill>
                  <a:srgbClr val="3C487C"/>
                </a:solidFill>
                <a:latin typeface="Times New Roman" panose="02020603050405020304" pitchFamily="18" charset="0"/>
                <a:cs typeface="Times New Roman" panose="02020603050405020304" pitchFamily="18" charset="0"/>
              </a:rPr>
              <a:t>  </a:t>
            </a:r>
          </a:p>
          <a:p>
            <a:pPr marL="0" indent="0">
              <a:buNone/>
            </a:pPr>
            <a:r>
              <a:rPr lang="en-IN" sz="4400" dirty="0">
                <a:solidFill>
                  <a:srgbClr val="3C487C"/>
                </a:solidFill>
                <a:latin typeface="Times New Roman" panose="02020603050405020304" pitchFamily="18" charset="0"/>
                <a:cs typeface="Times New Roman" panose="02020603050405020304" pitchFamily="18" charset="0"/>
              </a:rPr>
              <a:t>                         </a:t>
            </a:r>
            <a:r>
              <a:rPr lang="en-IN" sz="3200" dirty="0">
                <a:solidFill>
                  <a:srgbClr val="CF683C"/>
                </a:solidFill>
                <a:latin typeface="Times New Roman" panose="02020603050405020304" pitchFamily="18" charset="0"/>
                <a:cs typeface="Times New Roman" panose="02020603050405020304" pitchFamily="18" charset="0"/>
              </a:rPr>
              <a:t>Presented by Team 9</a:t>
            </a:r>
          </a:p>
          <a:p>
            <a:pPr marL="0" indent="0">
              <a:buNone/>
            </a:pPr>
            <a:r>
              <a:rPr lang="en-IN" sz="3200" dirty="0">
                <a:solidFill>
                  <a:srgbClr val="CF683C"/>
                </a:solidFill>
                <a:latin typeface="Times New Roman" panose="02020603050405020304" pitchFamily="18" charset="0"/>
                <a:cs typeface="Times New Roman" panose="02020603050405020304" pitchFamily="18" charset="0"/>
              </a:rPr>
              <a:t>                                 </a:t>
            </a:r>
            <a:r>
              <a:rPr lang="en-IN" sz="3200" dirty="0" err="1">
                <a:solidFill>
                  <a:srgbClr val="3C487C"/>
                </a:solidFill>
                <a:latin typeface="Times New Roman" panose="02020603050405020304" pitchFamily="18" charset="0"/>
                <a:cs typeface="Times New Roman" panose="02020603050405020304" pitchFamily="18" charset="0"/>
              </a:rPr>
              <a:t>G.Joshitha</a:t>
            </a:r>
            <a:r>
              <a:rPr lang="en-IN" sz="3200" dirty="0">
                <a:solidFill>
                  <a:srgbClr val="3C487C"/>
                </a:solidFill>
                <a:latin typeface="Times New Roman" panose="02020603050405020304" pitchFamily="18" charset="0"/>
                <a:cs typeface="Times New Roman" panose="02020603050405020304" pitchFamily="18" charset="0"/>
              </a:rPr>
              <a:t> Rani(24B11CS119)</a:t>
            </a:r>
            <a:r>
              <a:rPr lang="en-IN" sz="3200" dirty="0">
                <a:solidFill>
                  <a:srgbClr val="CF683C"/>
                </a:solidFill>
                <a:latin typeface="Times New Roman" panose="02020603050405020304" pitchFamily="18" charset="0"/>
                <a:cs typeface="Times New Roman" panose="02020603050405020304" pitchFamily="18" charset="0"/>
              </a:rPr>
              <a:t>   </a:t>
            </a:r>
          </a:p>
          <a:p>
            <a:pPr marL="0" indent="0">
              <a:buNone/>
            </a:pPr>
            <a:r>
              <a:rPr lang="en-IN" sz="3200" dirty="0">
                <a:solidFill>
                  <a:srgbClr val="CF683C"/>
                </a:solidFill>
                <a:latin typeface="Times New Roman" panose="02020603050405020304" pitchFamily="18" charset="0"/>
                <a:cs typeface="Times New Roman" panose="02020603050405020304" pitchFamily="18" charset="0"/>
              </a:rPr>
              <a:t>                                 </a:t>
            </a:r>
            <a:r>
              <a:rPr lang="en-IN" sz="3200" dirty="0" err="1">
                <a:solidFill>
                  <a:srgbClr val="3C487C"/>
                </a:solidFill>
                <a:latin typeface="Times New Roman" panose="02020603050405020304" pitchFamily="18" charset="0"/>
                <a:cs typeface="Times New Roman" panose="02020603050405020304" pitchFamily="18" charset="0"/>
              </a:rPr>
              <a:t>G.Yamini</a:t>
            </a:r>
            <a:r>
              <a:rPr lang="en-IN" sz="3200" dirty="0">
                <a:solidFill>
                  <a:srgbClr val="3C487C"/>
                </a:solidFill>
                <a:latin typeface="Times New Roman" panose="02020603050405020304" pitchFamily="18" charset="0"/>
                <a:cs typeface="Times New Roman" panose="02020603050405020304" pitchFamily="18" charset="0"/>
              </a:rPr>
              <a:t>(24B11CS146)</a:t>
            </a:r>
          </a:p>
          <a:p>
            <a:pPr marL="0" indent="0">
              <a:buNone/>
            </a:pPr>
            <a:r>
              <a:rPr lang="en-IN" sz="3200" dirty="0">
                <a:solidFill>
                  <a:srgbClr val="3C487C"/>
                </a:solidFill>
                <a:latin typeface="Times New Roman" panose="02020603050405020304" pitchFamily="18" charset="0"/>
                <a:cs typeface="Times New Roman" panose="02020603050405020304" pitchFamily="18" charset="0"/>
              </a:rPr>
              <a:t>                                 </a:t>
            </a:r>
            <a:r>
              <a:rPr lang="en-IN" sz="3200" dirty="0" err="1">
                <a:solidFill>
                  <a:srgbClr val="3C487C"/>
                </a:solidFill>
                <a:latin typeface="Times New Roman" panose="02020603050405020304" pitchFamily="18" charset="0"/>
                <a:cs typeface="Times New Roman" panose="02020603050405020304" pitchFamily="18" charset="0"/>
              </a:rPr>
              <a:t>P.Likhitha</a:t>
            </a:r>
            <a:r>
              <a:rPr lang="en-IN" sz="3200" dirty="0">
                <a:solidFill>
                  <a:srgbClr val="3C487C"/>
                </a:solidFill>
                <a:latin typeface="Times New Roman" panose="02020603050405020304" pitchFamily="18" charset="0"/>
                <a:cs typeface="Times New Roman" panose="02020603050405020304" pitchFamily="18" charset="0"/>
              </a:rPr>
              <a:t>(24B11CS351)</a:t>
            </a:r>
          </a:p>
          <a:p>
            <a:pPr marL="0" indent="0">
              <a:buNone/>
            </a:pPr>
            <a:r>
              <a:rPr lang="en-IN" sz="3200" dirty="0">
                <a:solidFill>
                  <a:srgbClr val="3C487C"/>
                </a:solidFill>
                <a:latin typeface="Times New Roman" panose="02020603050405020304" pitchFamily="18" charset="0"/>
                <a:cs typeface="Times New Roman" panose="02020603050405020304" pitchFamily="18" charset="0"/>
              </a:rPr>
              <a:t>                                 </a:t>
            </a:r>
            <a:r>
              <a:rPr lang="en-IN" sz="3200" dirty="0" err="1">
                <a:solidFill>
                  <a:srgbClr val="3C487C"/>
                </a:solidFill>
                <a:latin typeface="Times New Roman" panose="02020603050405020304" pitchFamily="18" charset="0"/>
                <a:cs typeface="Times New Roman" panose="02020603050405020304" pitchFamily="18" charset="0"/>
              </a:rPr>
              <a:t>Y.Gladis</a:t>
            </a:r>
            <a:r>
              <a:rPr lang="en-IN" sz="3200" dirty="0">
                <a:solidFill>
                  <a:srgbClr val="3C487C"/>
                </a:solidFill>
                <a:latin typeface="Times New Roman" panose="02020603050405020304" pitchFamily="18" charset="0"/>
                <a:cs typeface="Times New Roman" panose="02020603050405020304" pitchFamily="18" charset="0"/>
              </a:rPr>
              <a:t> Esther(24B11CS496)</a:t>
            </a:r>
            <a:r>
              <a:rPr lang="en-IN" sz="3200" dirty="0">
                <a:solidFill>
                  <a:srgbClr val="CF683C"/>
                </a:solidFill>
                <a:latin typeface="Times New Roman" panose="02020603050405020304" pitchFamily="18" charset="0"/>
                <a:cs typeface="Times New Roman" panose="02020603050405020304" pitchFamily="18" charset="0"/>
              </a:rPr>
              <a:t>                       </a:t>
            </a:r>
            <a:r>
              <a:rPr lang="en-IN" sz="4400" dirty="0">
                <a:solidFill>
                  <a:srgbClr val="3C487C"/>
                </a:solidFill>
                <a:latin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730815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E71BC27A-900A-5965-D34C-C8BCF70352BC}"/>
              </a:ext>
            </a:extLst>
          </p:cNvPr>
          <p:cNvSpPr>
            <a:spLocks noGrp="1"/>
          </p:cNvSpPr>
          <p:nvPr>
            <p:ph idx="1"/>
          </p:nvPr>
        </p:nvSpPr>
        <p:spPr>
          <a:xfrm>
            <a:off x="584692" y="314960"/>
            <a:ext cx="11424428" cy="6951406"/>
          </a:xfrm>
        </p:spPr>
        <p:txBody>
          <a:bodyPr>
            <a:normAutofit/>
          </a:bodyPr>
          <a:lstStyle/>
          <a:p>
            <a:pPr marL="0" indent="0">
              <a:buNone/>
            </a:pPr>
            <a:r>
              <a:rPr lang="en-US" dirty="0"/>
              <a:t>                           </a:t>
            </a:r>
          </a:p>
          <a:p>
            <a:pPr marL="0" indent="0">
              <a:buNone/>
            </a:pPr>
            <a:r>
              <a:rPr lang="en-IN" dirty="0"/>
              <a:t>                                                </a:t>
            </a:r>
            <a:r>
              <a:rPr lang="en-IN" sz="4400" dirty="0">
                <a:solidFill>
                  <a:srgbClr val="CF683C"/>
                </a:solidFill>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The objective of this project is to design and develop a console-based Library Management System using Core Java and JDBC that helps in efficient management of library book records.</a:t>
            </a:r>
          </a:p>
          <a:p>
            <a:r>
              <a:rPr lang="en-US" dirty="0">
                <a:latin typeface="Times New Roman" panose="02020603050405020304" pitchFamily="18" charset="0"/>
                <a:cs typeface="Times New Roman" panose="02020603050405020304" pitchFamily="18" charset="0"/>
              </a:rPr>
              <a:t>The system allows the user to add, view, search, update, and delete book details such as book ID, title, author, price, and quantity, which are stored in a relational database.</a:t>
            </a:r>
          </a:p>
          <a:p>
            <a:r>
              <a:rPr lang="en-US" dirty="0">
                <a:latin typeface="Times New Roman" panose="02020603050405020304" pitchFamily="18" charset="0"/>
                <a:cs typeface="Times New Roman" panose="02020603050405020304" pitchFamily="18" charset="0"/>
              </a:rPr>
              <a:t>This project aims to provide practical understanding of </a:t>
            </a:r>
            <a:r>
              <a:rPr lang="en-US" b="1" dirty="0">
                <a:latin typeface="Times New Roman" panose="02020603050405020304" pitchFamily="18" charset="0"/>
                <a:cs typeface="Times New Roman" panose="02020603050405020304" pitchFamily="18" charset="0"/>
              </a:rPr>
              <a:t>Java programming concepts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JDBC connectivity</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SQL</a:t>
            </a:r>
            <a:r>
              <a:rPr lang="en-US" dirty="0">
                <a:latin typeface="Times New Roman" panose="02020603050405020304" pitchFamily="18" charset="0"/>
                <a:cs typeface="Times New Roman" panose="02020603050405020304" pitchFamily="18" charset="0"/>
              </a:rPr>
              <a:t>-based</a:t>
            </a:r>
            <a:r>
              <a:rPr lang="en-US" b="1" dirty="0">
                <a:latin typeface="Times New Roman" panose="02020603050405020304" pitchFamily="18" charset="0"/>
                <a:cs typeface="Times New Roman" panose="02020603050405020304" pitchFamily="18" charset="0"/>
              </a:rPr>
              <a:t> CRUD </a:t>
            </a:r>
            <a:r>
              <a:rPr lang="en-US" dirty="0">
                <a:latin typeface="Times New Roman" panose="02020603050405020304" pitchFamily="18" charset="0"/>
                <a:cs typeface="Times New Roman" panose="02020603050405020304" pitchFamily="18" charset="0"/>
              </a:rPr>
              <a:t>operations.</a:t>
            </a:r>
          </a:p>
          <a:p>
            <a:r>
              <a:rPr lang="en-US" dirty="0">
                <a:latin typeface="Times New Roman" panose="02020603050405020304" pitchFamily="18" charset="0"/>
                <a:cs typeface="Times New Roman" panose="02020603050405020304" pitchFamily="18" charset="0"/>
              </a:rPr>
              <a:t>It also focuses on implementing basic validation and exception handling to ensure data accuracy and reliability, without using any frontend technologies.</a:t>
            </a:r>
          </a:p>
          <a:p>
            <a:pPr marL="0" indent="0">
              <a:buNone/>
            </a:pPr>
            <a:endParaRPr lang="en-US" dirty="0">
              <a:solidFill>
                <a:srgbClr val="3C487C"/>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F19ED457-FD50-9038-0F43-E935ADBBA8D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15857" y="-186027"/>
            <a:ext cx="3062817" cy="1727430"/>
          </a:xfrm>
          <a:prstGeom prst="rect">
            <a:avLst/>
          </a:prstGeom>
        </p:spPr>
      </p:pic>
    </p:spTree>
    <p:extLst>
      <p:ext uri="{BB962C8B-B14F-4D97-AF65-F5344CB8AC3E}">
        <p14:creationId xmlns:p14="http://schemas.microsoft.com/office/powerpoint/2010/main" val="2277486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C9AA96FD-AD0D-076B-0FB2-E39BA6B0F322}"/>
              </a:ext>
            </a:extLst>
          </p:cNvPr>
          <p:cNvSpPr>
            <a:spLocks noGrp="1"/>
          </p:cNvSpPr>
          <p:nvPr>
            <p:ph idx="1"/>
          </p:nvPr>
        </p:nvSpPr>
        <p:spPr>
          <a:xfrm>
            <a:off x="269240" y="0"/>
            <a:ext cx="11468904" cy="7327804"/>
          </a:xfrm>
        </p:spPr>
        <p:txBody>
          <a:bodyPr>
            <a:normAutofit lnSpcReduction="10000"/>
          </a:bodyPr>
          <a:lstStyle/>
          <a:p>
            <a:pPr marL="0" indent="0">
              <a:buNone/>
            </a:pPr>
            <a:r>
              <a:rPr lang="en-US" dirty="0"/>
              <a:t>                           </a:t>
            </a:r>
          </a:p>
          <a:p>
            <a:pPr marL="0" indent="0">
              <a:buNone/>
            </a:pPr>
            <a:r>
              <a:rPr lang="en-US" dirty="0">
                <a:solidFill>
                  <a:srgbClr val="CF683C"/>
                </a:solidFill>
              </a:rPr>
              <a:t>                                         </a:t>
            </a:r>
            <a:r>
              <a:rPr lang="en-US" sz="4400" dirty="0">
                <a:solidFill>
                  <a:srgbClr val="CF683C"/>
                </a:solidFill>
                <a:latin typeface="Times New Roman" panose="02020603050405020304" pitchFamily="18" charset="0"/>
                <a:cs typeface="Times New Roman" panose="02020603050405020304" pitchFamily="18" charset="0"/>
              </a:rPr>
              <a:t>Problem Statement</a:t>
            </a:r>
            <a:r>
              <a:rPr lang="en-US" dirty="0">
                <a:solidFill>
                  <a:srgbClr val="CF683C"/>
                </a:solidFill>
              </a:rPr>
              <a:t> </a:t>
            </a:r>
          </a:p>
          <a:p>
            <a:pPr marL="0" indent="0">
              <a:buNone/>
            </a:pPr>
            <a:endParaRPr lang="en-US" dirty="0"/>
          </a:p>
          <a:p>
            <a:r>
              <a:rPr lang="en-US" dirty="0">
                <a:latin typeface="Times New Roman" panose="02020603050405020304" pitchFamily="18" charset="0"/>
                <a:cs typeface="Times New Roman" panose="02020603050405020304" pitchFamily="18" charset="0"/>
              </a:rPr>
              <a:t>  Libraries require a reliable and organized way to manage book records such as book name, author, price, and quantity. As the number of books increases, maintaining and updating these details without a proper system becomes inefficient and time-consuming.</a:t>
            </a:r>
          </a:p>
          <a:p>
            <a:r>
              <a:rPr lang="en-US" dirty="0">
                <a:latin typeface="Times New Roman" panose="02020603050405020304" pitchFamily="18" charset="0"/>
                <a:cs typeface="Times New Roman" panose="02020603050405020304" pitchFamily="18" charset="0"/>
              </a:rPr>
              <a:t>In the absence of a structured application, tasks like adding new books, updating book information, deleting outdated records, and searching for books become difficult and prone to errors. There is also no centralized way to store and retrieve book data securely and accurately.</a:t>
            </a:r>
          </a:p>
          <a:p>
            <a:r>
              <a:rPr lang="en-US" dirty="0">
                <a:latin typeface="Times New Roman" panose="02020603050405020304" pitchFamily="18" charset="0"/>
                <a:cs typeface="Times New Roman" panose="02020603050405020304" pitchFamily="18" charset="0"/>
              </a:rPr>
              <a:t>Therefore, there is a need for a </a:t>
            </a:r>
            <a:r>
              <a:rPr lang="en-US" b="1" dirty="0">
                <a:latin typeface="Times New Roman" panose="02020603050405020304" pitchFamily="18" charset="0"/>
                <a:cs typeface="Times New Roman" panose="02020603050405020304" pitchFamily="18" charset="0"/>
              </a:rPr>
              <a:t>simple Java-based application</a:t>
            </a:r>
            <a:r>
              <a:rPr lang="en-US" dirty="0">
                <a:latin typeface="Times New Roman" panose="02020603050405020304" pitchFamily="18" charset="0"/>
                <a:cs typeface="Times New Roman" panose="02020603050405020304" pitchFamily="18" charset="0"/>
              </a:rPr>
              <a:t> that connects to a database and supports </a:t>
            </a:r>
            <a:r>
              <a:rPr lang="en-US" b="1" dirty="0">
                <a:latin typeface="Times New Roman" panose="02020603050405020304" pitchFamily="18" charset="0"/>
                <a:cs typeface="Times New Roman" panose="02020603050405020304" pitchFamily="18" charset="0"/>
              </a:rPr>
              <a:t>basic CRUD operations</a:t>
            </a:r>
            <a:r>
              <a:rPr lang="en-US" dirty="0">
                <a:latin typeface="Times New Roman" panose="02020603050405020304" pitchFamily="18" charset="0"/>
                <a:cs typeface="Times New Roman" panose="02020603050405020304" pitchFamily="18" charset="0"/>
              </a:rPr>
              <a:t> (Create, Read, Update, Delete) to manage library book records effectively. The system should ensure easy data handling, better organization, and improved accuracy without using any frontend technologies.</a:t>
            </a:r>
          </a:p>
          <a:p>
            <a:pPr marL="0" indent="0">
              <a:buNone/>
            </a:pPr>
            <a:r>
              <a:rPr lang="en-US" dirty="0"/>
              <a:t>       </a:t>
            </a:r>
            <a:endParaRPr lang="en-IN" dirty="0"/>
          </a:p>
        </p:txBody>
      </p:sp>
      <p:pic>
        <p:nvPicPr>
          <p:cNvPr id="13" name="Picture 12">
            <a:extLst>
              <a:ext uri="{FF2B5EF4-FFF2-40B4-BE49-F238E27FC236}">
                <a16:creationId xmlns:a16="http://schemas.microsoft.com/office/drawing/2014/main" id="{A8A6411B-793A-8D89-8CFD-B0996F193D4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75216" y="-155547"/>
            <a:ext cx="2977920" cy="1679548"/>
          </a:xfrm>
          <a:prstGeom prst="rect">
            <a:avLst/>
          </a:prstGeom>
        </p:spPr>
      </p:pic>
    </p:spTree>
    <p:extLst>
      <p:ext uri="{BB962C8B-B14F-4D97-AF65-F5344CB8AC3E}">
        <p14:creationId xmlns:p14="http://schemas.microsoft.com/office/powerpoint/2010/main" val="1163253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B31259-D0EE-7010-981A-3C98A1D9F076}"/>
              </a:ext>
            </a:extLst>
          </p:cNvPr>
          <p:cNvSpPr>
            <a:spLocks noGrp="1"/>
          </p:cNvSpPr>
          <p:nvPr>
            <p:ph idx="1"/>
          </p:nvPr>
        </p:nvSpPr>
        <p:spPr>
          <a:xfrm>
            <a:off x="419100" y="340518"/>
            <a:ext cx="11353800" cy="6517482"/>
          </a:xfrm>
        </p:spPr>
        <p:txBody>
          <a:bodyPr>
            <a:normAutofit fontScale="25000" lnSpcReduction="20000"/>
          </a:bodyPr>
          <a:lstStyle/>
          <a:p>
            <a:pPr marL="0" indent="0">
              <a:buNone/>
            </a:pPr>
            <a:endParaRPr lang="en-US" dirty="0"/>
          </a:p>
          <a:p>
            <a:pPr marL="0" indent="0">
              <a:buNone/>
            </a:pPr>
            <a:r>
              <a:rPr lang="en-US" sz="11000" dirty="0"/>
              <a:t>                                                       </a:t>
            </a:r>
            <a:r>
              <a:rPr lang="en-US" sz="17600" dirty="0">
                <a:solidFill>
                  <a:srgbClr val="CF683C"/>
                </a:solidFill>
                <a:latin typeface="Times New Roman" panose="02020603050405020304" pitchFamily="18" charset="0"/>
                <a:cs typeface="Times New Roman" panose="02020603050405020304" pitchFamily="18" charset="0"/>
              </a:rPr>
              <a:t>Modules</a:t>
            </a:r>
          </a:p>
          <a:p>
            <a:pPr marL="0" indent="0">
              <a:buNone/>
            </a:pPr>
            <a:endParaRPr lang="en-US" sz="4400" dirty="0">
              <a:solidFill>
                <a:srgbClr val="CF683C"/>
              </a:solidFill>
              <a:latin typeface="Times New Roman" panose="02020603050405020304" pitchFamily="18" charset="0"/>
              <a:cs typeface="Times New Roman" panose="02020603050405020304" pitchFamily="18" charset="0"/>
            </a:endParaRPr>
          </a:p>
          <a:p>
            <a:pPr marL="0" indent="0">
              <a:buNone/>
            </a:pPr>
            <a:endParaRPr lang="en-IN" sz="4500" b="1" dirty="0">
              <a:latin typeface="Times New Roman" panose="02020603050405020304" pitchFamily="18" charset="0"/>
              <a:cs typeface="Times New Roman" panose="02020603050405020304" pitchFamily="18" charset="0"/>
            </a:endParaRPr>
          </a:p>
          <a:p>
            <a:pPr marL="0" indent="0">
              <a:buNone/>
            </a:pPr>
            <a:endParaRPr lang="en-IN" sz="4500" b="1" dirty="0">
              <a:latin typeface="Times New Roman" panose="02020603050405020304" pitchFamily="18" charset="0"/>
              <a:cs typeface="Times New Roman" panose="02020603050405020304" pitchFamily="18" charset="0"/>
            </a:endParaRPr>
          </a:p>
          <a:p>
            <a:pPr marL="0" indent="0">
              <a:buNone/>
            </a:pPr>
            <a:r>
              <a:rPr lang="en-IN" sz="11200" b="1" dirty="0">
                <a:latin typeface="Times New Roman" panose="02020603050405020304" pitchFamily="18" charset="0"/>
                <a:cs typeface="Times New Roman" panose="02020603050405020304" pitchFamily="18" charset="0"/>
              </a:rPr>
              <a:t>1. Book Management Module</a:t>
            </a:r>
          </a:p>
          <a:p>
            <a:pPr>
              <a:buFont typeface="Wingdings" panose="05000000000000000000" pitchFamily="2" charset="2"/>
              <a:buChar char="§"/>
            </a:pPr>
            <a:r>
              <a:rPr lang="en-IN" sz="11200" dirty="0">
                <a:latin typeface="Times New Roman" panose="02020603050405020304" pitchFamily="18" charset="0"/>
                <a:cs typeface="Times New Roman" panose="02020603050405020304" pitchFamily="18" charset="0"/>
              </a:rPr>
              <a:t>Allows adding new book records</a:t>
            </a:r>
          </a:p>
          <a:p>
            <a:pPr>
              <a:buFont typeface="Wingdings" panose="05000000000000000000" pitchFamily="2" charset="2"/>
              <a:buChar char="§"/>
            </a:pPr>
            <a:r>
              <a:rPr lang="en-IN" sz="11200" dirty="0">
                <a:latin typeface="Times New Roman" panose="02020603050405020304" pitchFamily="18" charset="0"/>
                <a:cs typeface="Times New Roman" panose="02020603050405020304" pitchFamily="18" charset="0"/>
              </a:rPr>
              <a:t>Allows updating book details</a:t>
            </a:r>
          </a:p>
          <a:p>
            <a:pPr>
              <a:buFont typeface="Wingdings" panose="05000000000000000000" pitchFamily="2" charset="2"/>
              <a:buChar char="§"/>
            </a:pPr>
            <a:r>
              <a:rPr lang="en-IN" sz="11200" dirty="0">
                <a:latin typeface="Times New Roman" panose="02020603050405020304" pitchFamily="18" charset="0"/>
                <a:cs typeface="Times New Roman" panose="02020603050405020304" pitchFamily="18" charset="0"/>
              </a:rPr>
              <a:t>Allows deleting book records</a:t>
            </a:r>
          </a:p>
          <a:p>
            <a:pPr marL="0" indent="0">
              <a:buNone/>
            </a:pPr>
            <a:br>
              <a:rPr lang="en-IN" sz="11200" dirty="0">
                <a:latin typeface="Times New Roman" panose="02020603050405020304" pitchFamily="18" charset="0"/>
                <a:cs typeface="Times New Roman" panose="02020603050405020304" pitchFamily="18" charset="0"/>
              </a:rPr>
            </a:br>
            <a:endParaRPr lang="en-IN" sz="11200" dirty="0">
              <a:latin typeface="Times New Roman" panose="02020603050405020304" pitchFamily="18" charset="0"/>
              <a:cs typeface="Times New Roman" panose="02020603050405020304" pitchFamily="18" charset="0"/>
            </a:endParaRPr>
          </a:p>
          <a:p>
            <a:pPr marL="0" indent="0">
              <a:buNone/>
            </a:pPr>
            <a:r>
              <a:rPr lang="en-IN" sz="11200" b="1" dirty="0">
                <a:latin typeface="Times New Roman" panose="02020603050405020304" pitchFamily="18" charset="0"/>
                <a:cs typeface="Times New Roman" panose="02020603050405020304" pitchFamily="18" charset="0"/>
              </a:rPr>
              <a:t>2. Search Module</a:t>
            </a:r>
          </a:p>
          <a:p>
            <a:pPr>
              <a:buFont typeface="Wingdings" panose="05000000000000000000" pitchFamily="2" charset="2"/>
              <a:buChar char="§"/>
            </a:pPr>
            <a:r>
              <a:rPr lang="en-IN" sz="11200" dirty="0">
                <a:latin typeface="Times New Roman" panose="02020603050405020304" pitchFamily="18" charset="0"/>
                <a:cs typeface="Times New Roman" panose="02020603050405020304" pitchFamily="18" charset="0"/>
              </a:rPr>
              <a:t>Search books using:</a:t>
            </a:r>
          </a:p>
          <a:p>
            <a:pPr lvl="1"/>
            <a:r>
              <a:rPr lang="en-IN" sz="11200" dirty="0">
                <a:latin typeface="Times New Roman" panose="02020603050405020304" pitchFamily="18" charset="0"/>
                <a:cs typeface="Times New Roman" panose="02020603050405020304" pitchFamily="18" charset="0"/>
              </a:rPr>
              <a:t>Book ID</a:t>
            </a:r>
          </a:p>
          <a:p>
            <a:pPr lvl="1"/>
            <a:r>
              <a:rPr lang="en-IN" sz="11200" dirty="0">
                <a:latin typeface="Times New Roman" panose="02020603050405020304" pitchFamily="18" charset="0"/>
                <a:cs typeface="Times New Roman" panose="02020603050405020304" pitchFamily="18" charset="0"/>
              </a:rPr>
              <a:t>Book Name</a:t>
            </a:r>
          </a:p>
          <a:p>
            <a:pPr lvl="1"/>
            <a:r>
              <a:rPr lang="en-IN" sz="11200" dirty="0">
                <a:latin typeface="Times New Roman" panose="02020603050405020304" pitchFamily="18" charset="0"/>
                <a:cs typeface="Times New Roman" panose="02020603050405020304" pitchFamily="18" charset="0"/>
              </a:rPr>
              <a:t>Author Name</a:t>
            </a:r>
            <a:br>
              <a:rPr lang="en-IN" sz="11200" dirty="0">
                <a:latin typeface="Times New Roman" panose="02020603050405020304" pitchFamily="18" charset="0"/>
                <a:cs typeface="Times New Roman" panose="02020603050405020304" pitchFamily="18" charset="0"/>
              </a:rPr>
            </a:br>
            <a:endParaRPr lang="en-IN" sz="11200" dirty="0">
              <a:latin typeface="Times New Roman" panose="02020603050405020304" pitchFamily="18" charset="0"/>
              <a:cs typeface="Times New Roman" panose="02020603050405020304" pitchFamily="18" charset="0"/>
            </a:endParaRPr>
          </a:p>
          <a:p>
            <a:pPr marL="0" indent="0">
              <a:buNone/>
            </a:pPr>
            <a:br>
              <a:rPr lang="en-IN" sz="8600" dirty="0">
                <a:latin typeface="Times New Roman" panose="02020603050405020304" pitchFamily="18" charset="0"/>
                <a:cs typeface="Times New Roman" panose="02020603050405020304" pitchFamily="18" charset="0"/>
              </a:rPr>
            </a:br>
            <a:endParaRPr lang="en-IN" sz="8600"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4" name="Picture 3">
            <a:extLst>
              <a:ext uri="{FF2B5EF4-FFF2-40B4-BE49-F238E27FC236}">
                <a16:creationId xmlns:a16="http://schemas.microsoft.com/office/drawing/2014/main" id="{54648600-A204-29D2-AC40-CAE9C427712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91400" y="-138417"/>
            <a:ext cx="2977920" cy="1679548"/>
          </a:xfrm>
          <a:prstGeom prst="rect">
            <a:avLst/>
          </a:prstGeom>
        </p:spPr>
      </p:pic>
    </p:spTree>
    <p:extLst>
      <p:ext uri="{BB962C8B-B14F-4D97-AF65-F5344CB8AC3E}">
        <p14:creationId xmlns:p14="http://schemas.microsoft.com/office/powerpoint/2010/main" val="159657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19C4BD-416F-F0C5-4DFE-4E632828E476}"/>
              </a:ext>
            </a:extLst>
          </p:cNvPr>
          <p:cNvSpPr>
            <a:spLocks noGrp="1"/>
          </p:cNvSpPr>
          <p:nvPr>
            <p:ph idx="1"/>
          </p:nvPr>
        </p:nvSpPr>
        <p:spPr>
          <a:xfrm>
            <a:off x="294640" y="0"/>
            <a:ext cx="11897360" cy="6858000"/>
          </a:xfrm>
        </p:spPr>
        <p:txBody>
          <a:bodyPr>
            <a:normAutofit fontScale="92500" lnSpcReduction="20000"/>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r>
              <a:rPr lang="en-IN" sz="3000" b="1" dirty="0">
                <a:latin typeface="Times New Roman" panose="02020603050405020304" pitchFamily="18" charset="0"/>
                <a:cs typeface="Times New Roman" panose="02020603050405020304" pitchFamily="18" charset="0"/>
              </a:rPr>
              <a:t>3. Database Connectivity Module</a:t>
            </a:r>
          </a:p>
          <a:p>
            <a:pPr>
              <a:buFont typeface="Wingdings" panose="05000000000000000000" pitchFamily="2" charset="2"/>
              <a:buChar char="§"/>
            </a:pPr>
            <a:r>
              <a:rPr lang="en-IN" sz="3000" dirty="0">
                <a:latin typeface="Times New Roman" panose="02020603050405020304" pitchFamily="18" charset="0"/>
                <a:cs typeface="Times New Roman" panose="02020603050405020304" pitchFamily="18" charset="0"/>
              </a:rPr>
              <a:t>Establishes connection between Java application and database</a:t>
            </a:r>
          </a:p>
          <a:p>
            <a:pPr>
              <a:buFont typeface="Wingdings" panose="05000000000000000000" pitchFamily="2" charset="2"/>
              <a:buChar char="§"/>
            </a:pPr>
            <a:r>
              <a:rPr lang="en-IN" sz="3000" dirty="0">
                <a:latin typeface="Times New Roman" panose="02020603050405020304" pitchFamily="18" charset="0"/>
                <a:cs typeface="Times New Roman" panose="02020603050405020304" pitchFamily="18" charset="0"/>
              </a:rPr>
              <a:t>Executes SQL queries using JDBC</a:t>
            </a:r>
          </a:p>
          <a:p>
            <a:pPr marL="0" indent="0">
              <a:buNone/>
            </a:pPr>
            <a:endParaRPr lang="en-IN" sz="3000" dirty="0">
              <a:latin typeface="Times New Roman" panose="02020603050405020304" pitchFamily="18" charset="0"/>
              <a:cs typeface="Times New Roman" panose="02020603050405020304" pitchFamily="18" charset="0"/>
            </a:endParaRPr>
          </a:p>
          <a:p>
            <a:pPr marL="0" indent="0">
              <a:buNone/>
            </a:pPr>
            <a:r>
              <a:rPr lang="en-IN" sz="3000" b="1" dirty="0">
                <a:latin typeface="Times New Roman" panose="02020603050405020304" pitchFamily="18" charset="0"/>
                <a:cs typeface="Times New Roman" panose="02020603050405020304" pitchFamily="18" charset="0"/>
              </a:rPr>
              <a:t>4. Validation Module</a:t>
            </a:r>
          </a:p>
          <a:p>
            <a:pPr>
              <a:buFont typeface="Wingdings" panose="05000000000000000000" pitchFamily="2" charset="2"/>
              <a:buChar char="§"/>
            </a:pPr>
            <a:r>
              <a:rPr lang="en-IN" sz="3000" dirty="0">
                <a:latin typeface="Times New Roman" panose="02020603050405020304" pitchFamily="18" charset="0"/>
                <a:cs typeface="Times New Roman" panose="02020603050405020304" pitchFamily="18" charset="0"/>
              </a:rPr>
              <a:t>Validates book price</a:t>
            </a:r>
          </a:p>
          <a:p>
            <a:pPr>
              <a:buFont typeface="Wingdings" panose="05000000000000000000" pitchFamily="2" charset="2"/>
              <a:buChar char="§"/>
            </a:pPr>
            <a:r>
              <a:rPr lang="en-IN" sz="3000" dirty="0">
                <a:latin typeface="Times New Roman" panose="02020603050405020304" pitchFamily="18" charset="0"/>
                <a:cs typeface="Times New Roman" panose="02020603050405020304" pitchFamily="18" charset="0"/>
              </a:rPr>
              <a:t>Validates book quantity</a:t>
            </a:r>
          </a:p>
          <a:p>
            <a:pPr>
              <a:buFont typeface="Wingdings" panose="05000000000000000000" pitchFamily="2" charset="2"/>
              <a:buChar char="§"/>
            </a:pPr>
            <a:r>
              <a:rPr lang="en-IN" sz="3000" dirty="0">
                <a:latin typeface="Times New Roman" panose="02020603050405020304" pitchFamily="18" charset="0"/>
                <a:cs typeface="Times New Roman" panose="02020603050405020304" pitchFamily="18" charset="0"/>
              </a:rPr>
              <a:t>Prevents incorrect data entry</a:t>
            </a:r>
          </a:p>
          <a:p>
            <a:pPr marL="0" indent="0">
              <a:buNone/>
            </a:pPr>
            <a:endParaRPr lang="en-IN" sz="3000" dirty="0">
              <a:latin typeface="Times New Roman" panose="02020603050405020304" pitchFamily="18" charset="0"/>
              <a:cs typeface="Times New Roman" panose="02020603050405020304" pitchFamily="18" charset="0"/>
            </a:endParaRPr>
          </a:p>
          <a:p>
            <a:pPr marL="0" indent="0">
              <a:buNone/>
            </a:pPr>
            <a:r>
              <a:rPr lang="en-IN" sz="3000" b="1" dirty="0">
                <a:latin typeface="Times New Roman" panose="02020603050405020304" pitchFamily="18" charset="0"/>
                <a:cs typeface="Times New Roman" panose="02020603050405020304" pitchFamily="18" charset="0"/>
              </a:rPr>
              <a:t>5. Exception Handling Module</a:t>
            </a:r>
          </a:p>
          <a:p>
            <a:pPr>
              <a:buFont typeface="Wingdings" panose="05000000000000000000" pitchFamily="2" charset="2"/>
              <a:buChar char="§"/>
            </a:pPr>
            <a:r>
              <a:rPr lang="en-IN" sz="3000" dirty="0">
                <a:latin typeface="Times New Roman" panose="02020603050405020304" pitchFamily="18" charset="0"/>
                <a:cs typeface="Times New Roman" panose="02020603050405020304" pitchFamily="18" charset="0"/>
              </a:rPr>
              <a:t>Handles invalid book ID</a:t>
            </a:r>
          </a:p>
          <a:p>
            <a:pPr>
              <a:buFont typeface="Wingdings" panose="05000000000000000000" pitchFamily="2" charset="2"/>
              <a:buChar char="§"/>
            </a:pPr>
            <a:r>
              <a:rPr lang="en-IN" sz="3000" dirty="0">
                <a:latin typeface="Times New Roman" panose="02020603050405020304" pitchFamily="18" charset="0"/>
                <a:cs typeface="Times New Roman" panose="02020603050405020304" pitchFamily="18" charset="0"/>
              </a:rPr>
              <a:t>Handles database and input errors</a:t>
            </a:r>
          </a:p>
          <a:p>
            <a:pPr marL="0" indent="0">
              <a:buNone/>
            </a:pPr>
            <a:endParaRPr lang="en-IN" dirty="0"/>
          </a:p>
        </p:txBody>
      </p:sp>
      <p:pic>
        <p:nvPicPr>
          <p:cNvPr id="4" name="Picture 3">
            <a:extLst>
              <a:ext uri="{FF2B5EF4-FFF2-40B4-BE49-F238E27FC236}">
                <a16:creationId xmlns:a16="http://schemas.microsoft.com/office/drawing/2014/main" id="{65F412C6-173A-B23F-8F6C-1415954BD68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21880" y="-168897"/>
            <a:ext cx="2977920" cy="1679548"/>
          </a:xfrm>
          <a:prstGeom prst="rect">
            <a:avLst/>
          </a:prstGeom>
        </p:spPr>
      </p:pic>
    </p:spTree>
    <p:extLst>
      <p:ext uri="{BB962C8B-B14F-4D97-AF65-F5344CB8AC3E}">
        <p14:creationId xmlns:p14="http://schemas.microsoft.com/office/powerpoint/2010/main" val="3820589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imple Online Library Management System | SourceCodester">
            <a:extLst>
              <a:ext uri="{FF2B5EF4-FFF2-40B4-BE49-F238E27FC236}">
                <a16:creationId xmlns:a16="http://schemas.microsoft.com/office/drawing/2014/main" id="{DAEECEF3-79B5-95AD-E072-0A0177A298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88"/>
            <a:ext cx="12192000" cy="685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9439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052F69-6631-18D6-32BE-8DBCFE141FE4}"/>
              </a:ext>
            </a:extLst>
          </p:cNvPr>
          <p:cNvSpPr>
            <a:spLocks noGrp="1"/>
          </p:cNvSpPr>
          <p:nvPr>
            <p:ph idx="1"/>
          </p:nvPr>
        </p:nvSpPr>
        <p:spPr>
          <a:xfrm>
            <a:off x="501446" y="0"/>
            <a:ext cx="12192000" cy="6858000"/>
          </a:xfrm>
        </p:spPr>
        <p:txBody>
          <a:bodyPr>
            <a:normAutofit lnSpcReduction="10000"/>
          </a:bodyPr>
          <a:lstStyle/>
          <a:p>
            <a:pPr marL="0" indent="0">
              <a:buNone/>
            </a:pPr>
            <a:endParaRPr lang="en-US" dirty="0"/>
          </a:p>
          <a:p>
            <a:pPr marL="0" indent="0">
              <a:buNone/>
            </a:pPr>
            <a:r>
              <a:rPr lang="en-IN" dirty="0"/>
              <a:t>                                        </a:t>
            </a:r>
            <a:r>
              <a:rPr lang="en-IN" sz="4400" dirty="0">
                <a:solidFill>
                  <a:srgbClr val="CF683C"/>
                </a:solidFill>
                <a:latin typeface="Times New Roman" panose="02020603050405020304" pitchFamily="18" charset="0"/>
                <a:cs typeface="Times New Roman" panose="02020603050405020304" pitchFamily="18" charset="0"/>
              </a:rPr>
              <a:t>Role  Contributions</a:t>
            </a:r>
          </a:p>
          <a:p>
            <a:pPr>
              <a:buFont typeface="Wingdings" panose="05000000000000000000" pitchFamily="2" charset="2"/>
              <a:buChar char="Ø"/>
            </a:pPr>
            <a:r>
              <a:rPr lang="en-IN" sz="2100" dirty="0" err="1">
                <a:latin typeface="Times New Roman" panose="02020603050405020304" pitchFamily="18" charset="0"/>
                <a:cs typeface="Times New Roman" panose="02020603050405020304" pitchFamily="18" charset="0"/>
              </a:rPr>
              <a:t>G.Yamini</a:t>
            </a:r>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-Book Management Developer</a:t>
            </a:r>
          </a:p>
          <a:p>
            <a:r>
              <a:rPr lang="en-IN" sz="2100" dirty="0">
                <a:latin typeface="Times New Roman" panose="02020603050405020304" pitchFamily="18" charset="0"/>
                <a:cs typeface="Times New Roman" panose="02020603050405020304" pitchFamily="18" charset="0"/>
              </a:rPr>
              <a:t>Works on adding, updating, and deleting book records</a:t>
            </a:r>
          </a:p>
          <a:p>
            <a:r>
              <a:rPr lang="en-IN" sz="2100" dirty="0">
                <a:latin typeface="Times New Roman" panose="02020603050405020304" pitchFamily="18" charset="0"/>
                <a:cs typeface="Times New Roman" panose="02020603050405020304" pitchFamily="18" charset="0"/>
              </a:rPr>
              <a:t>Handles book-related logic in Java</a:t>
            </a:r>
          </a:p>
          <a:p>
            <a:pPr marL="0" indent="0">
              <a:buNone/>
            </a:pPr>
            <a:endParaRPr lang="en-IN" sz="21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100" dirty="0" err="1">
                <a:latin typeface="Times New Roman" panose="02020603050405020304" pitchFamily="18" charset="0"/>
                <a:cs typeface="Times New Roman" panose="02020603050405020304" pitchFamily="18" charset="0"/>
              </a:rPr>
              <a:t>P.Likhitha</a:t>
            </a:r>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Search &amp; Validation Developer</a:t>
            </a:r>
          </a:p>
          <a:p>
            <a:r>
              <a:rPr lang="en-IN" sz="2100" dirty="0">
                <a:latin typeface="Times New Roman" panose="02020603050405020304" pitchFamily="18" charset="0"/>
                <a:cs typeface="Times New Roman" panose="02020603050405020304" pitchFamily="18" charset="0"/>
              </a:rPr>
              <a:t>Implements book search by ID, name, and author</a:t>
            </a:r>
          </a:p>
          <a:p>
            <a:r>
              <a:rPr lang="en-IN" sz="2100" dirty="0">
                <a:latin typeface="Times New Roman" panose="02020603050405020304" pitchFamily="18" charset="0"/>
                <a:cs typeface="Times New Roman" panose="02020603050405020304" pitchFamily="18" charset="0"/>
              </a:rPr>
              <a:t>Handles price and quantity validation</a:t>
            </a:r>
          </a:p>
          <a:p>
            <a:pPr marL="0" indent="0">
              <a:buNone/>
            </a:pPr>
            <a:endParaRPr lang="en-IN" sz="21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100" dirty="0" err="1">
                <a:latin typeface="Times New Roman" panose="02020603050405020304" pitchFamily="18" charset="0"/>
                <a:cs typeface="Times New Roman" panose="02020603050405020304" pitchFamily="18" charset="0"/>
              </a:rPr>
              <a:t>G.Joshitha</a:t>
            </a:r>
            <a:r>
              <a:rPr lang="en-IN" sz="2100" dirty="0">
                <a:latin typeface="Times New Roman" panose="02020603050405020304" pitchFamily="18" charset="0"/>
                <a:cs typeface="Times New Roman" panose="02020603050405020304" pitchFamily="18" charset="0"/>
              </a:rPr>
              <a:t> Rani- </a:t>
            </a:r>
            <a:r>
              <a:rPr lang="en-IN" sz="2100" b="1" dirty="0">
                <a:latin typeface="Times New Roman" panose="02020603050405020304" pitchFamily="18" charset="0"/>
                <a:cs typeface="Times New Roman" panose="02020603050405020304" pitchFamily="18" charset="0"/>
              </a:rPr>
              <a:t>Database &amp; JDBC Developer</a:t>
            </a:r>
          </a:p>
          <a:p>
            <a:r>
              <a:rPr lang="en-IN" sz="2100" dirty="0">
                <a:latin typeface="Times New Roman" panose="02020603050405020304" pitchFamily="18" charset="0"/>
                <a:cs typeface="Times New Roman" panose="02020603050405020304" pitchFamily="18" charset="0"/>
              </a:rPr>
              <a:t>Designs the books table</a:t>
            </a:r>
          </a:p>
          <a:p>
            <a:r>
              <a:rPr lang="en-IN" sz="2100" dirty="0">
                <a:latin typeface="Times New Roman" panose="02020603050405020304" pitchFamily="18" charset="0"/>
                <a:cs typeface="Times New Roman" panose="02020603050405020304" pitchFamily="18" charset="0"/>
              </a:rPr>
              <a:t>Manages JDBC connection and SQL queries</a:t>
            </a:r>
          </a:p>
          <a:p>
            <a:pPr marL="0" indent="0">
              <a:buNone/>
            </a:pPr>
            <a:endParaRPr lang="en-IN" sz="21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100" dirty="0" err="1">
                <a:latin typeface="Times New Roman" panose="02020603050405020304" pitchFamily="18" charset="0"/>
                <a:cs typeface="Times New Roman" panose="02020603050405020304" pitchFamily="18" charset="0"/>
              </a:rPr>
              <a:t>Y.Gladis</a:t>
            </a:r>
            <a:r>
              <a:rPr lang="en-IN" sz="2100" dirty="0">
                <a:latin typeface="Times New Roman" panose="02020603050405020304" pitchFamily="18" charset="0"/>
                <a:cs typeface="Times New Roman" panose="02020603050405020304" pitchFamily="18" charset="0"/>
              </a:rPr>
              <a:t> Esther- </a:t>
            </a:r>
            <a:r>
              <a:rPr lang="en-IN" sz="2100" b="1" dirty="0">
                <a:latin typeface="Times New Roman" panose="02020603050405020304" pitchFamily="18" charset="0"/>
                <a:cs typeface="Times New Roman" panose="02020603050405020304" pitchFamily="18" charset="0"/>
              </a:rPr>
              <a:t>Testing &amp; Documentation Lead</a:t>
            </a:r>
          </a:p>
          <a:p>
            <a:r>
              <a:rPr lang="en-IN" sz="2100" dirty="0">
                <a:latin typeface="Times New Roman" panose="02020603050405020304" pitchFamily="18" charset="0"/>
                <a:cs typeface="Times New Roman" panose="02020603050405020304" pitchFamily="18" charset="0"/>
              </a:rPr>
              <a:t>Tests all CRUD operations</a:t>
            </a:r>
          </a:p>
          <a:p>
            <a:r>
              <a:rPr lang="en-IN" sz="2100" dirty="0">
                <a:latin typeface="Times New Roman" panose="02020603050405020304" pitchFamily="18" charset="0"/>
                <a:cs typeface="Times New Roman" panose="02020603050405020304" pitchFamily="18" charset="0"/>
              </a:rPr>
              <a:t>Prepares PPT, documentation, and review content</a:t>
            </a:r>
          </a:p>
          <a:p>
            <a:pPr marL="0" indent="0">
              <a:buNone/>
            </a:pPr>
            <a:endParaRPr lang="en-IN" sz="2000" dirty="0"/>
          </a:p>
        </p:txBody>
      </p:sp>
      <p:pic>
        <p:nvPicPr>
          <p:cNvPr id="4" name="Picture 3">
            <a:extLst>
              <a:ext uri="{FF2B5EF4-FFF2-40B4-BE49-F238E27FC236}">
                <a16:creationId xmlns:a16="http://schemas.microsoft.com/office/drawing/2014/main" id="{7CB16459-82F6-857C-70FD-4D3BB8B158C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33785" y="-182711"/>
            <a:ext cx="2609674" cy="1471857"/>
          </a:xfrm>
          <a:prstGeom prst="rect">
            <a:avLst/>
          </a:prstGeom>
        </p:spPr>
      </p:pic>
    </p:spTree>
    <p:extLst>
      <p:ext uri="{BB962C8B-B14F-4D97-AF65-F5344CB8AC3E}">
        <p14:creationId xmlns:p14="http://schemas.microsoft.com/office/powerpoint/2010/main" val="3276399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551A6D-CCB1-A820-60CE-CD39FA7AFFCD}"/>
              </a:ext>
            </a:extLst>
          </p:cNvPr>
          <p:cNvSpPr>
            <a:spLocks noGrp="1"/>
          </p:cNvSpPr>
          <p:nvPr>
            <p:ph idx="1"/>
          </p:nvPr>
        </p:nvSpPr>
        <p:spPr>
          <a:xfrm>
            <a:off x="442452" y="0"/>
            <a:ext cx="11749548" cy="6858000"/>
          </a:xfrm>
        </p:spPr>
        <p:txBody>
          <a:bodyPr>
            <a:normAutofit/>
          </a:bodyPr>
          <a:lstStyle/>
          <a:p>
            <a:pPr marL="0" indent="0">
              <a:buNone/>
            </a:pPr>
            <a:endParaRPr lang="en-US" dirty="0"/>
          </a:p>
          <a:p>
            <a:pPr marL="0" indent="0">
              <a:buNone/>
            </a:pPr>
            <a:r>
              <a:rPr lang="en-IN" dirty="0"/>
              <a:t>                                         </a:t>
            </a:r>
            <a:r>
              <a:rPr lang="en-IN" sz="4400" dirty="0">
                <a:solidFill>
                  <a:srgbClr val="CF683C"/>
                </a:solidFill>
                <a:latin typeface="Times New Roman" panose="02020603050405020304" pitchFamily="18" charset="0"/>
                <a:cs typeface="Times New Roman" panose="02020603050405020304" pitchFamily="18" charset="0"/>
              </a:rPr>
              <a:t>Software Requirements</a:t>
            </a:r>
          </a:p>
          <a:p>
            <a:pPr marL="0" indent="0">
              <a:buNone/>
            </a:pPr>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Windows / Linux</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Java (J2SE)</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JDK Version</a:t>
            </a:r>
            <a:r>
              <a:rPr lang="en-IN" dirty="0">
                <a:latin typeface="Times New Roman" panose="02020603050405020304" pitchFamily="18" charset="0"/>
                <a:cs typeface="Times New Roman" panose="02020603050405020304" pitchFamily="18" charset="0"/>
              </a:rPr>
              <a:t>: JDK 8 or above</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Database</a:t>
            </a:r>
            <a:r>
              <a:rPr lang="en-IN" dirty="0">
                <a:latin typeface="Times New Roman" panose="02020603050405020304" pitchFamily="18" charset="0"/>
                <a:cs typeface="Times New Roman" panose="02020603050405020304" pitchFamily="18" charset="0"/>
              </a:rPr>
              <a:t>: MySQL / Oracle / SQLite</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Database Connectivity</a:t>
            </a:r>
            <a:r>
              <a:rPr lang="en-IN" dirty="0">
                <a:latin typeface="Times New Roman" panose="02020603050405020304" pitchFamily="18" charset="0"/>
                <a:cs typeface="Times New Roman" panose="02020603050405020304" pitchFamily="18" charset="0"/>
              </a:rPr>
              <a:t>: JDBC (Java Database Connectivity)</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IDE</a:t>
            </a:r>
            <a:r>
              <a:rPr lang="en-IN" dirty="0">
                <a:latin typeface="Times New Roman" panose="02020603050405020304" pitchFamily="18" charset="0"/>
                <a:cs typeface="Times New Roman" panose="02020603050405020304" pitchFamily="18" charset="0"/>
              </a:rPr>
              <a:t>: VS Code / Eclipse / IntelliJ / NetBeans</a:t>
            </a:r>
            <a:endParaRPr lang="en-IN" dirty="0">
              <a:solidFill>
                <a:srgbClr val="CF683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10B213E-8B0F-3BCB-F011-A151BC48FBC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01888" y="-210193"/>
            <a:ext cx="3001589" cy="1692897"/>
          </a:xfrm>
          <a:prstGeom prst="rect">
            <a:avLst/>
          </a:prstGeom>
        </p:spPr>
      </p:pic>
    </p:spTree>
    <p:extLst>
      <p:ext uri="{BB962C8B-B14F-4D97-AF65-F5344CB8AC3E}">
        <p14:creationId xmlns:p14="http://schemas.microsoft.com/office/powerpoint/2010/main" val="1162689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7ECEF1-1931-224C-C56E-1B7F1077530F}"/>
              </a:ext>
            </a:extLst>
          </p:cNvPr>
          <p:cNvSpPr>
            <a:spLocks noGrp="1"/>
          </p:cNvSpPr>
          <p:nvPr>
            <p:ph idx="1"/>
          </p:nvPr>
        </p:nvSpPr>
        <p:spPr>
          <a:xfrm>
            <a:off x="0" y="0"/>
            <a:ext cx="12120880" cy="6858000"/>
          </a:xfrm>
        </p:spPr>
        <p:txBody>
          <a:bodyPr>
            <a:normAutofit/>
          </a:bodyPr>
          <a:lstStyle/>
          <a:p>
            <a:pPr marL="0" indent="0">
              <a:buNone/>
            </a:pPr>
            <a:r>
              <a:rPr lang="en-US" dirty="0"/>
              <a:t>    </a:t>
            </a:r>
          </a:p>
          <a:p>
            <a:pPr marL="0" indent="0">
              <a:buNone/>
            </a:pPr>
            <a:r>
              <a:rPr lang="en-US" dirty="0"/>
              <a:t>                                                          </a:t>
            </a:r>
            <a:r>
              <a:rPr lang="en-US" sz="4400" dirty="0">
                <a:solidFill>
                  <a:srgbClr val="CF683C"/>
                </a:solidFill>
                <a:latin typeface="Times New Roman" panose="02020603050405020304" pitchFamily="18" charset="0"/>
                <a:cs typeface="Times New Roman" panose="02020603050405020304" pitchFamily="18" charset="0"/>
              </a:rPr>
              <a:t>Conclusion</a:t>
            </a:r>
          </a:p>
          <a:p>
            <a:pPr marL="0" indent="0">
              <a:buNone/>
            </a:pPr>
            <a:endParaRPr lang="en-US" sz="4400" dirty="0">
              <a:solidFill>
                <a:srgbClr val="CF683C"/>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Library Management System is designed to provide a simple and effective solution for managing library book records such as book name, author, price, and quantity. The project addresses the difficulties faced by libraries in maintaining and updating book information without a proper system.</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By using Core Java and JDBC, the proposed system allows book records to be stored securely in a database and managed through basic CRUD operations. The system helps in organizing data, reducing manual effort, and minimizing errors while handling library records.</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IN" dirty="0"/>
          </a:p>
        </p:txBody>
      </p:sp>
      <p:pic>
        <p:nvPicPr>
          <p:cNvPr id="4" name="Picture 3">
            <a:extLst>
              <a:ext uri="{FF2B5EF4-FFF2-40B4-BE49-F238E27FC236}">
                <a16:creationId xmlns:a16="http://schemas.microsoft.com/office/drawing/2014/main" id="{C2B23333-8CDC-1C4D-41B1-AC28FE471B0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64141" y="-109884"/>
            <a:ext cx="2804681" cy="1581841"/>
          </a:xfrm>
          <a:prstGeom prst="rect">
            <a:avLst/>
          </a:prstGeom>
        </p:spPr>
      </p:pic>
    </p:spTree>
    <p:extLst>
      <p:ext uri="{BB962C8B-B14F-4D97-AF65-F5344CB8AC3E}">
        <p14:creationId xmlns:p14="http://schemas.microsoft.com/office/powerpoint/2010/main" val="409783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F49E9-66C2-86B0-D861-172E1853AD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E90FC0-3646-9732-F3B3-2D2A6B8664C6}"/>
              </a:ext>
            </a:extLst>
          </p:cNvPr>
          <p:cNvSpPr>
            <a:spLocks noGrp="1"/>
          </p:cNvSpPr>
          <p:nvPr>
            <p:ph idx="1"/>
          </p:nvPr>
        </p:nvSpPr>
        <p:spPr>
          <a:xfrm>
            <a:off x="279400" y="1390677"/>
            <a:ext cx="10515600" cy="4351338"/>
          </a:xfrm>
        </p:spPr>
        <p:txBody>
          <a:bodyPr/>
          <a:lstStyle/>
          <a:p>
            <a:r>
              <a:rPr lang="en-US" dirty="0">
                <a:latin typeface="Times New Roman" panose="02020603050405020304" pitchFamily="18" charset="0"/>
                <a:cs typeface="Times New Roman" panose="02020603050405020304" pitchFamily="18" charset="0"/>
              </a:rPr>
              <a:t>This project provides practical exposure to Core Java, JDBC connectivity, SQL operations, and exception handling.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Since the system is console-based and backend-focused, it strengthens core programming concepts and builds a strong foundation for future enhancements, such as adding a user interface or extending library functionalities.</a:t>
            </a: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D0E27B7-09EF-8405-7FA7-8BC368EC89F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35261" y="-191164"/>
            <a:ext cx="2804681" cy="1581841"/>
          </a:xfrm>
          <a:prstGeom prst="rect">
            <a:avLst/>
          </a:prstGeom>
        </p:spPr>
      </p:pic>
    </p:spTree>
    <p:extLst>
      <p:ext uri="{BB962C8B-B14F-4D97-AF65-F5344CB8AC3E}">
        <p14:creationId xmlns:p14="http://schemas.microsoft.com/office/powerpoint/2010/main" val="3000701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TotalTime>
  <Words>685</Words>
  <Application>Microsoft Office PowerPoint</Application>
  <PresentationFormat>Widescreen</PresentationFormat>
  <Paragraphs>81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Gladis Esther Yalla</dc:creator>
  <cp:lastModifiedBy>Gladis Esther Yalla</cp:lastModifiedBy>
  <cp:revision>6</cp:revision>
  <dcterms:created xsi:type="dcterms:W3CDTF">2026-01-03T10:50:21Z</dcterms:created>
  <dcterms:modified xsi:type="dcterms:W3CDTF">2026-01-06T09:41:32Z</dcterms:modified>
</cp:coreProperties>
</file>